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71" r:id="rId16"/>
    <p:sldId id="272" r:id="rId17"/>
    <p:sldId id="273" r:id="rId18"/>
    <p:sldId id="275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935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584BB-109A-58B8-70CD-D59DB5A5C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17834"/>
            <a:ext cx="8229600" cy="1027414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Module-1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DB04A-3013-3879-0120-3D8D0F0BB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111" y="2445249"/>
            <a:ext cx="11126913" cy="36809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b="1" dirty="0"/>
          </a:p>
          <a:p>
            <a:pPr lvl="0"/>
            <a:r>
              <a:rPr lang="en-US" dirty="0"/>
              <a:t>Integration with public weather APIs (e.g., Open-</a:t>
            </a:r>
            <a:r>
              <a:rPr lang="en-US" dirty="0" err="1"/>
              <a:t>Meteo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Collection of rainfall, temperature, humidity and weather conditions</a:t>
            </a:r>
          </a:p>
          <a:p>
            <a:pPr lvl="0"/>
            <a:r>
              <a:rPr lang="en-US" dirty="0"/>
              <a:t>Import of historical rainfall datasets for trend analysis</a:t>
            </a:r>
          </a:p>
          <a:p>
            <a:pPr lvl="0"/>
            <a:r>
              <a:rPr lang="en-US" dirty="0"/>
              <a:t>Capture of location and timestamp information</a:t>
            </a:r>
          </a:p>
          <a:p>
            <a:pPr lvl="0"/>
            <a:r>
              <a:rPr lang="en-US" dirty="0"/>
              <a:t>Validation of missing, duplicate and invalid records</a:t>
            </a:r>
          </a:p>
          <a:p>
            <a:pPr lvl="0"/>
            <a:r>
              <a:rPr lang="en-US" dirty="0"/>
              <a:t>Transfer of cleaned weather data to the processing module</a:t>
            </a:r>
          </a:p>
          <a:p>
            <a:endParaRPr lang="en-US" dirty="0"/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4C069CAB-2D2E-619E-136E-B08C0260B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38" y="133705"/>
            <a:ext cx="11729300" cy="1027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609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73E25-17A7-AA48-05AE-6DB24B336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71254"/>
            <a:ext cx="11430000" cy="12020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MODULE 2 — VM + STORAGE +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8B5C4-6734-F374-E174-F88D045CD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031" y="2640458"/>
            <a:ext cx="11743362" cy="3485705"/>
          </a:xfrm>
        </p:spPr>
        <p:txBody>
          <a:bodyPr>
            <a:normAutofit fontScale="92500"/>
          </a:bodyPr>
          <a:lstStyle/>
          <a:p>
            <a:pPr lvl="0"/>
            <a:r>
              <a:rPr lang="en-US" dirty="0"/>
              <a:t>Use of a Virtual Machine (VM) to host the processing application</a:t>
            </a:r>
          </a:p>
          <a:p>
            <a:pPr lvl="0"/>
            <a:r>
              <a:rPr lang="en-US" dirty="0"/>
              <a:t>Storage of weather data in cloud storage or structured datasets</a:t>
            </a:r>
          </a:p>
          <a:p>
            <a:pPr lvl="0"/>
            <a:r>
              <a:rPr lang="en-US" dirty="0"/>
              <a:t>Preprocessing: cleaning, formatting and handling missing values</a:t>
            </a:r>
          </a:p>
          <a:p>
            <a:pPr lvl="0"/>
            <a:r>
              <a:rPr lang="en-US" dirty="0"/>
              <a:t>Use of Apache Spark for large-scale data processing</a:t>
            </a:r>
          </a:p>
          <a:p>
            <a:pPr lvl="0"/>
            <a:r>
              <a:rPr lang="en-US" dirty="0"/>
              <a:t>Calculation of accumulated rainfall over selected time intervals</a:t>
            </a:r>
          </a:p>
          <a:p>
            <a:pPr lvl="0"/>
            <a:r>
              <a:rPr lang="en-US" dirty="0"/>
              <a:t>Analysis of rainfall trends and comparison with configured thresholds</a:t>
            </a:r>
          </a:p>
          <a:p>
            <a:endParaRPr lang="en-US" dirty="0"/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A36EFCF4-EEBC-F8A2-E7E2-42B39F35B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38" y="133704"/>
            <a:ext cx="11743362" cy="1037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9953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E8A6F-574D-8E81-5FA6-94F37093C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71946"/>
            <a:ext cx="10926566" cy="95549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MODULE 3 — RISK + ALERTS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9791D-7851-2269-DD23-F52A29280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031" y="3092521"/>
            <a:ext cx="11578976" cy="3033642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Evaluation of accumulated rainfall and configured risk thresholds</a:t>
            </a:r>
          </a:p>
          <a:p>
            <a:pPr lvl="0"/>
            <a:r>
              <a:rPr lang="en-US" dirty="0"/>
              <a:t>Classification of flood risk into Low, Moderate, High and Severe</a:t>
            </a:r>
          </a:p>
          <a:p>
            <a:pPr lvl="0"/>
            <a:r>
              <a:rPr lang="en-US" dirty="0"/>
              <a:t>Detection of rainfall threshold violations</a:t>
            </a:r>
          </a:p>
          <a:p>
            <a:pPr lvl="0"/>
            <a:r>
              <a:rPr lang="en-US" dirty="0"/>
              <a:t>Generation of alerts when risk levels increase</a:t>
            </a:r>
          </a:p>
          <a:p>
            <a:pPr lvl="0"/>
            <a:r>
              <a:rPr lang="en-US" dirty="0"/>
              <a:t>Recording of alert details, timestamps and affected locations</a:t>
            </a:r>
          </a:p>
          <a:p>
            <a:pPr lvl="0"/>
            <a:r>
              <a:rPr lang="en-US" dirty="0"/>
              <a:t>Support for configurable thresholds and alert conditions</a:t>
            </a:r>
          </a:p>
          <a:p>
            <a:endParaRPr lang="en-US" dirty="0"/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DBC623BF-4F5B-038E-100A-B68BB8C6A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37" y="133705"/>
            <a:ext cx="11578975" cy="1130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8169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9AC5-3E9A-55C5-9B69-99E77DB49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530849"/>
            <a:ext cx="10289569" cy="152057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MODULE 4 —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C6798-DD3F-D156-7E79-8A97D1E7D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812" y="3123344"/>
            <a:ext cx="11573839" cy="3002819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Development of an interactive dashboard using </a:t>
            </a:r>
            <a:r>
              <a:rPr lang="en-US" dirty="0" err="1"/>
              <a:t>Streamlit</a:t>
            </a:r>
            <a:endParaRPr lang="en-US" dirty="0"/>
          </a:p>
          <a:p>
            <a:pPr lvl="0"/>
            <a:r>
              <a:rPr lang="en-US" dirty="0"/>
              <a:t>Visualization of rainfall data using charts and graphs</a:t>
            </a:r>
          </a:p>
          <a:p>
            <a:pPr lvl="0"/>
            <a:r>
              <a:rPr lang="en-US" dirty="0"/>
              <a:t>Display of current weather conditions and flood-risk levels</a:t>
            </a:r>
          </a:p>
          <a:p>
            <a:pPr lvl="0"/>
            <a:r>
              <a:rPr lang="en-US" dirty="0"/>
              <a:t>Location-based presentation of risk information</a:t>
            </a:r>
          </a:p>
          <a:p>
            <a:pPr lvl="0"/>
            <a:r>
              <a:rPr lang="en-US" dirty="0"/>
              <a:t>Historical rainfall trends and threshold comparisons</a:t>
            </a:r>
          </a:p>
          <a:p>
            <a:pPr lvl="0"/>
            <a:r>
              <a:rPr lang="en-US" dirty="0"/>
              <a:t>Display of active alerts and alert history</a:t>
            </a:r>
          </a:p>
          <a:p>
            <a:endParaRPr lang="en-US" dirty="0"/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FCE4838C-441A-F9D9-A710-429B6B125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38" y="133705"/>
            <a:ext cx="11739574" cy="986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808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38A44-3B85-627F-4173-0FB870E3A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1802"/>
            <a:ext cx="11306710" cy="102741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MODULE 5 — TESTING + PERFORMANCE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4AB13-09C6-EB45-DF4A-A125ED006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76072"/>
            <a:ext cx="11306710" cy="3650091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Testing weather API connectivity and data collection</a:t>
            </a:r>
          </a:p>
          <a:p>
            <a:pPr lvl="0"/>
            <a:r>
              <a:rPr lang="en-US" dirty="0"/>
              <a:t>Verification of data cleaning and processing accuracy</a:t>
            </a:r>
          </a:p>
          <a:p>
            <a:pPr lvl="0"/>
            <a:r>
              <a:rPr lang="en-US" dirty="0"/>
              <a:t>Testing rainfall threshold-based risk classification</a:t>
            </a:r>
          </a:p>
          <a:p>
            <a:pPr lvl="0"/>
            <a:r>
              <a:rPr lang="en-US" dirty="0"/>
              <a:t>Validation of alert generation for different risk levels</a:t>
            </a:r>
          </a:p>
          <a:p>
            <a:pPr lvl="0"/>
            <a:r>
              <a:rPr lang="en-US" dirty="0"/>
              <a:t>Evaluation of dashboard functionality and data updates</a:t>
            </a:r>
          </a:p>
          <a:p>
            <a:pPr lvl="0"/>
            <a:r>
              <a:rPr lang="en-US" dirty="0"/>
              <a:t>Measurement of processing time and system responsiveness</a:t>
            </a:r>
          </a:p>
          <a:p>
            <a:pPr lvl="0"/>
            <a:r>
              <a:rPr lang="en-US" dirty="0"/>
              <a:t>Identification of limitations and possible improvements</a:t>
            </a:r>
          </a:p>
          <a:p>
            <a:endParaRPr lang="en-US" dirty="0"/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0030584D-A9A4-0744-7AFB-FE7CA8051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38" y="133705"/>
            <a:ext cx="11739574" cy="986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7775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272</Words>
  <Application>Microsoft Office PowerPoint</Application>
  <PresentationFormat>Widescreen</PresentationFormat>
  <Paragraphs>37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Module-1</vt:lpstr>
      <vt:lpstr>MODULE 2 — VM + STORAGE + PROCESSING</vt:lpstr>
      <vt:lpstr>MODULE 3 — RISK + ALERTS</vt:lpstr>
      <vt:lpstr>MODULE 4 — DASHBOARD</vt:lpstr>
      <vt:lpstr>MODULE 5 — TESTING + PERFORMANCE EVALUATION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WIN 11 PRO</dc:creator>
  <cp:keywords/>
  <dc:description>generated using python-pptx</dc:description>
  <cp:lastModifiedBy>S S</cp:lastModifiedBy>
  <cp:revision>2</cp:revision>
  <dcterms:created xsi:type="dcterms:W3CDTF">2013-01-27T09:14:16Z</dcterms:created>
  <dcterms:modified xsi:type="dcterms:W3CDTF">2026-10-24T08:33:53Z</dcterms:modified>
  <cp:category/>
</cp:coreProperties>
</file>